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08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Suivi d'Exploitation Multi-Squads</a:t>
            </a:r>
          </a:p>
          <a:p>
            <a:r>
              <a:rPr sz="2000" b="0" i="0">
                <a:solidFill>
                  <a:srgbClr val="CFE2F3"/>
                </a:solidFill>
                <a:latin typeface="Calibri"/>
              </a:rPr>
              <a:t>Désignation hebdomadaire automatique + annonce et rappel par 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434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Calibri"/>
              </a:rPr>
              <a:t>PowerShell 5.1  ·  Excel  ·  Windows Task Scheduler  ·  1 personne par rôle (solo / binôme / trio)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POURQUOI CET OUTIL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Objectif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Chaque semaine, pour chaque squad : désigner automatiquement une personne par rôle.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1 rôle = solo · 2 rôles = binôme · 3 rôles = trio…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Deux envois pilotés par le planificateur 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Vendredi → ANNONCE pour la semaine suivante.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Lundi → RAPPEL pour la semaine en cours.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Zéro base de données : les données métier vivent dans un classeur Excel par squad.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Équité intégrée : priorité à qui n'a jamais fait, puis au moins souvent désigné.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LES BRIQUES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Vue d'ensemble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SuiviExploitation.ps1 — script unique : orchestration, désignation, lecture/écriture Excel.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config-suivi.json — UNE configuration globale, partagée avec le moteur mail.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SendMailNotificationHTML.ps1 — moteur d'envoi HTML (dépendance requise).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template-notification.html — gabarit HTML des mails (charte).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suivi_exploitation.xlsx (par squad) — données métier ET configuration de la squad.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Flux : Task Scheduler → script → (par squad) Excel → désignation → écriture → moteur mail → envoi.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INTERFACE EN LIGNE DE COMMANDE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Les 4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Annonce — désigne la semaine suivante, écrit l'historique, envoie l'annonce.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Rappel — recalcule la semaine en cours (reprend les congés ajoutés) puis envoie le rappel.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Test — valide configuration + classeurs sans rien envoyer (code 0/1).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NouvelleSquad — crée le dossier + classeur d'une squad et l'ajoute à la config.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Paramètres : -DossierRacine, -Config, -Squad.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CONFIG-SUIVI.JSON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Configuration globale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Un SEUL fichier, lu par le suivi ET transmis tel quel au moteur mail.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Clés moteur : SmtpServer, Port, From, To, TemplatePath, Subject, Statuses…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Clés suivi : EmailsAdmin, MoteurMail, TemplateClasseur, DossierSquads, DossierLogs, Squads.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Une squad = Nom + Classeur. C'est tout — le reste est dans son Excel.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Classeur relatif, absolu ou UNC : chaque squad peut vivre sur un autre partage.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5B6670"/>
                </a:solidFill>
                <a:latin typeface="Calibri"/>
              </a:rPr>
              <a:t>▪  JSON strict, UTF-8 avec BOM ; backslashes doublés pour les chemins Windows/UNC.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5 FEUILLES EXCEL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Le classeur d'une squad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Parametres — A : rôles à désigner ; C/D : paramètres (EmailsCopieSquad, Note &lt;Rôle&gt;).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Membres — Nom, Email, Rôle, Compteur (graine), Actif.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Congés — Membre, Début, Fin (journées entières).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Historique — format long : 1 ligne par rôle désigné (écrit par le script).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Log — fenêtre glissante des 1000 dernières lignes.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Listes déroulantes anti-faute : Rôle, Actif (Oui/Non), Membre des congés.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PAR RÔLE, UNE PERSONNE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Règle de désignation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Candidats = membres actifs du rôle.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Exclusions : congés (semaine cible ou vendredi précédent) ; désigné de la semaine passée.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Tri, on retient le premier 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1) dernière désignation la plus ancienne (jamais fait = priorité absolue) ;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2) NB_FOIS minimal (graine Compteur + désignations de l'historique) ;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3) par nom.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00A8A8"/>
                </a:solidFill>
                <a:latin typeface="Calibri"/>
              </a:rPr>
              <a:t>▪  Recalcul idempotent — dérivé de l'historique ; n'écrit jamais dans Membres.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▪  Alerte atomique si aucun candidat ; mail aux EmailsAdmin.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CHARTE HTML VIA LE MOTEUR COMMUN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Contenu des mails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Annonce : désignation + compteurs par rôle + prévision des 3 prochaines semaines.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5B6670"/>
                </a:solidFill>
                <a:latin typeface="Calibri"/>
              </a:rPr>
              <a:t>–  Destinataires = désignés ; copie = EmailsCopieSquad.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Rappel : aux désignés de la semaine en cours.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Alerte : aux EmailsAdmin quand une désignation est impossible.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5B6670"/>
                </a:solidFill>
                <a:latin typeface="Calibri"/>
              </a:rPr>
              <a:t>▪  SMTP, expéditeur, sujet et charte viennent du JSON. Pas de repli si moteur absent.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39C12"/>
                </a:solidFill>
                <a:latin typeface="Calibri"/>
              </a:rPr>
              <a:t>▪  ⚠ Pas de garde anti-doublon : relancer renvoie un mail (le calcul, lui, est idempotent).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CONCURRENCE, INTÉGRITÉ, RÉTENTION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Robustesse &amp; exploitation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Verrou applicatif honoré (abandon si actif ; orphelin &gt; 120 min ignoré) + verrou Excel ~$.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Écriture transactionnelle : .tmp → copie d'archive → promotion. Pas de classeur perdu.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Rétention 28 jours : copies historique, logs orchestrateur, journaux de squad datés.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Orchestrateur : une squad en échec n'arrête pas les autres ; récap aux admins si anomalie.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FE2F3"/>
                </a:solidFill>
                <a:latin typeface="Calibri"/>
              </a:rPr>
              <a:t>À GARDER EN TÊTE</a:t>
            </a:r>
          </a:p>
          <a:p>
            <a:r>
              <a:rPr sz="2800" b="1" i="0">
                <a:solidFill>
                  <a:srgbClr val="FFFFFF"/>
                </a:solidFill>
                <a:latin typeface="Calibri"/>
              </a:rPr>
              <a:t>Limitations connues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Moteur mail requis (pas d'envoi de secours).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SMTP anonyme uniquement.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Congés en journées entières (ni demi-journées ni jours fériés).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Pas de garde anti-doublon d'envoi.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1F2A37"/>
                </a:solidFill>
                <a:latin typeface="Calibri"/>
              </a:rPr>
              <a:t>▪  Windows + PowerShell 5.1 + Excel ; fichiers en UTF-8 avec BOM.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B6670"/>
                </a:solidFill>
                <a:latin typeface="Calibri"/>
              </a:rPr>
              <a:t>Suivi d'Exploitation Multi-Squads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B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50800"/>
          </a:xfrm>
          <a:prstGeom prst="rect">
            <a:avLst/>
          </a:prstGeom>
          <a:solidFill>
            <a:srgbClr val="00A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Merci</a:t>
            </a:r>
          </a:p>
          <a:p>
            <a:r>
              <a:rPr sz="1600" b="0" i="0">
                <a:solidFill>
                  <a:srgbClr val="CFE2F3"/>
                </a:solidFill>
                <a:latin typeface="Calibri"/>
              </a:rPr>
              <a:t>Détails techniques : suiviexploit/README.md  ·  docs/Confluence-Suivi-Exploitation.md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