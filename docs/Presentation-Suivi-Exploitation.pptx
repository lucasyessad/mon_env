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Suivi d'Exploitation Multi-Squads</a:t>
            </a:r>
          </a:p>
          <a:p>
            <a:r>
              <a:rPr sz="2000" b="0" i="0">
                <a:solidFill>
                  <a:srgbClr val="B9E8E8"/>
                </a:solidFill>
                <a:latin typeface="Calibri"/>
              </a:rPr>
              <a:t>Désignation hebdomadaire automatique, par squad et par rôle — annonce le vendredi, rappel le lundi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C9D3DC"/>
                </a:solidFill>
                <a:latin typeface="Calibri"/>
              </a:rPr>
              <a:t>PowerShell 5.1 + Excel · Task Scheduler · partage réseau Windows</a:t>
            </a:r>
          </a:p>
          <a:p>
            <a:r>
              <a:rPr sz="1300" b="0" i="1">
                <a:solidFill>
                  <a:srgbClr val="8F9BA8"/>
                </a:solidFill>
                <a:latin typeface="Calibri"/>
              </a:rPr>
              <a:t>Présentation &amp; revue de code —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besoin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Organiser équitablement le suivi d'exploitation de plusieurs squads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Chaque semaine, chaque squad doit avoir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une personne identifiée par rôle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pour assurer le suivi d'exploitation (1 rôle = solo, 2 = binôme, 3 = trio…)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Avant : désignation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manuelle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— oublis, iniquité, charge pour les responsables de squad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Attendus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rotation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équitable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(le moins souvent désigné passe en premier)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prise en compte automatique des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congés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(avec tolérance configurable)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1" i="0">
                <a:solidFill>
                  <a:srgbClr val="5A6672"/>
                </a:solidFill>
                <a:latin typeface="Calibri"/>
              </a:rPr>
              <a:t>annonce le vendredi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(semaine suivante) et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rappel le lundi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(semaine en cours)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alerte des admins si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aucun candidat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n'est disponible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Contraintes : environnement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Windows d'entreprise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(PowerShell 5.1, Excel, SMTP anonyme), pas de base de données, self-service pour les squads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Fonctionnement hebdomadaire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Deux tâches planifiées, un recalcul idempotent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5661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Vendredi 06:00 — ANNONCE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Désigne pour la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semaine suivante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Écrit l'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Historique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(1 ligne/rôle)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Mail aux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désignés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+ Cc squad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Compteurs &amp;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prévision 3 semaines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dans le mail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Désignation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prévisionnelle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: le compteur n'est pas touché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737360"/>
            <a:ext cx="3566160" cy="38100"/>
          </a:xfrm>
          <a:prstGeom prst="rect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5A6672"/>
                </a:solidFill>
                <a:latin typeface="Calibri"/>
              </a:rPr>
              <a:t>Week-end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Congés ajoutés, changements d'équipe possibles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Le classeur reste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éditable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par la squad (feuilles Membres / Congés)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737360"/>
            <a:ext cx="35661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Lundi 06:00 — RAPPEL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212B36"/>
                </a:solidFill>
                <a:latin typeface="Calibri"/>
              </a:rPr>
              <a:t>Recalcule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la semaine en cours : reprend les congés du week-end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Si la personne annoncée est indisponible →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une autre est désignée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Mail de rappel aux désignés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212B36"/>
                </a:solidFill>
                <a:latin typeface="Calibri"/>
              </a:rPr>
              <a:t>Confirme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: Compteur +1 (cumul vivant, écrit dans Membres)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212B36"/>
                </a:solidFill>
                <a:latin typeface="Calibri"/>
              </a:rPr>
              <a:t>Recalcul idempotent : 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relancer une action redonne le même résultat tant que les données ne changent pas (les lignes de la semaine cible sont supprimées puis recalculées ; l'incrément d'un rappel précédent est annulé avant ré-incrément → pas de double comptage). Attention : chaque exécution renvoie un mail (pas de garde anti-doublon d'envoi).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Un script global — une config complète par squad — un classeur par squad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\\srv-fichiers\suivi-exploitation\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SuiviExploitation.ps1              (script unique)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SendMailNotificationHTML.ps1  (moteur mail, non modifié)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template-notification.html        (charte HTML)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suivi_exploitation_template.xlsx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_logs\                                     (orchestrateur + journaux)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├─ paiement\                              ← une squad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├─ conf-suivi-squad.json         (config COMPLÈTE)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├─ suivi_exploitation.xlsx        (données métier)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└─ historique\                        (copies datées, 28 j)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└─ catalogue\                             ← une autre 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6002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Pas de config globale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les squads sont </a:t>
            </a:r>
            <a:r>
              <a:rPr sz="1500" b="1" i="0">
                <a:solidFill>
                  <a:srgbClr val="212B36"/>
                </a:solidFill>
                <a:latin typeface="Calibri"/>
              </a:rPr>
              <a:t>découvertes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en scannant les sous-dossiers (un dossier avec conf-suivi-squad.json = une squad ; dossiers « _… » ignorés)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Autonomie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chaque squad porte son SMTP, son expéditeur, ses destinataires, son sujet, ses messages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Moteur mail commun jamais modifié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il reçoit la config de la squad sérialisée dans un fichier temporaire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0" i="0">
                <a:solidFill>
                  <a:srgbClr val="212B36"/>
                </a:solidFill>
                <a:latin typeface="Calibri"/>
              </a:rPr>
              <a:t>Ajouter une squad = créer un dossier · retirer une squad = supprimer le dossier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Configuration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conf-suivi-squad.json — complet, autonome, self-service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Obligatoires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(validés par -Action Test et avant chaque traitement) : SmtpServer, From, To, TemplatePath, EmailsAdmin — présents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et non vides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To = repli uniquement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les mails partent aux personnes désignées (emails lus dans l'Excel)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Cc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vide ⇒ tous les membres actifs de la squad en copie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EmailsAdmin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destinataires des alertes de la squad (rôle sans candidat)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Subject / Statuses / MessageLibre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personnalisables, avec placeholders —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{{JOB_NAME}}, {{STATUS_LABEL}}, {{DATE}}, {{ENVIRONNEMENT}}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semaine cible : {{SEMAINE}} (lundi), {{SEMAINE_NUM}} (n° ISO, ex. S27), {{PERIODE}}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ToleranceCongesJours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réglable aussi (et en priorité) dans le classeur, zone C/D de Parametres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JSON strict,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UTF-8 (BOM recommandé)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; clés « _commentaire » tolérées (documentation, non transmises au moteur)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Chemins relatifs (résolus depuis la racine) ou absolus/UNC — backslashes doublés dans le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classeur Excel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5 feuilles — données métier uniquement, pas de VBA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223760"/>
                <a:gridCol w="21945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Feuille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Contenu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Qui écrit ?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Parametres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A : rôles à désigner (ordonnés — 1=solo, 2=binôme…) · C/D : clés self-service (Note &lt;Rôle&gt;, ToleranceCongesJours)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Membres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Nom, Email, Rôle, DateDernierSuivi (graine), Compteur (cumul vivant), Actif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 + script (Compteur seul)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Congés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Membre, Début, Fin — 1 jour = jour entier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Historique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Format long : 1 ligne par rôle désigné (SemaineLundi, Role, Nom, DateAnnonce, DateRappel, Statut…)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Log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Fenêtre glissante des 1 000 dernières lignes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Script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Listes déroulantes anti-faute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Rôle (depuis Parametres), Actif = Oui/Non, Congés!Membre (depuis Membres)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La config mail n'est PAS dans le classeur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(elle est dans conf-suivi-squad.json) — des commentaires de cellule le rappellent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0" i="0">
                <a:solidFill>
                  <a:srgbClr val="212B36"/>
                </a:solidFill>
                <a:latin typeface="Calibri"/>
              </a:rPr>
              <a:t>Lecture tolérante : dates multi-formats, valeurs invalides journalisées en WARN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La règle de désignation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Pour chaque rôle : filtres d'éligibilité puis tri d'équité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394960" cy="420624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3949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1 · Filtres d'éligibilité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Membres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actifs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du rôle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Congés semaine cible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exclu si jours ouvrés en congé &gt;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ToleranceCongesJours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(défaut 0 = exclu dès 1 jour ; 1 = compatible temps partiel)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Vendredi précédent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(passation) : exclusion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stricte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, hors tolérance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Pas 2 semaines d'affilée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le désigné précédent du rôle est écarté (sauf s'il est seul → il refait, WARN journalisé)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394960" cy="420624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53949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2 · Tri (on retient le premier)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① le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moins souvent désigné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(NB_FOIS = colonne Compteur) — équité réelle, rattrapage automatique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② à égalité :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dernière désignation la plus ancienne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— jamais désigné = priorité absolue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③ à égalité : ordre alphabétique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Dernière désignation :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Historique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en priorité, sinon graine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DateDernierSuivi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(initialisation d'une équipe existante)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Aucun candidat ? → ALERTE atomique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rien n'est désigné, mail aux EmailsAdmin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compteur : cumul vivant, confirmé au Rappel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Pourquoi l'annonce du vendredi n'incrémente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NB_FOIS = colonne Compteur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de la feuille Membres : lue telle quelle,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incrémentée (+1) et réécrite par le script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— seule colonne écrite dans Membres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Uniquement au Rappel du lundi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l'annonce du vendredi est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prévisionnelle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— congés et changements peuvent survenir le week-end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seul le Rappel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confirme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qui assure réellement le suivi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Idempotence sur relance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 avant recalcul, le script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annule (-1)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l'incrément d'un Rappel précédent (lignes avec DateRappel renseignée) puis ré-incrémente → pas de double comptage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Atomicité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 compteur, historique et mail sont écrits dans un .tmp promu en fin de traitement — si le mail échoue, rien n'est persisté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La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valeur saisie au départ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sert de point de comptage initial (amorçage d'une équipe existante)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Les trois mails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Charte HTML commune, contenu propre à chaque squad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5661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DESIGNATION (vendredi)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désignés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, Cc squad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Désignation de la semaine (1 personne par rôle)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Prévision des 3 prochaines semaines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(simulation de l'algo, 1 colonne/rôle)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Compteurs par rôle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(Nom / Actif / Compteur / Dernier suivi), triés dans l'ordre de désignation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Note d'équipe (« Note &lt;Rôle&gt; ») si renseignée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35661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RAPPEL (lundi)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désignés confirmés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de la semaine en cours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Reprend les congés ajoutés le week-end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Renseigne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DateRappel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dans l'Historique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Confirme le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Compteur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(+1)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600200"/>
            <a:ext cx="3566160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ALERTE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EmailsAdmin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de la squad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Un rôle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sans candidat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disponible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Atomique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: aucune désignation commitée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Intervention manuelle demandée (désigner + compléter l'Historique)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A6672"/>
                </a:solidFill>
                <a:latin typeface="Calibri"/>
              </a:rPr>
              <a:t>Envoi délégué au moteur commun SendMailNotificationHTML.ps1 (process séparé, config squad sérialisée) — pas de repli : moteur introuvable = échec explicite. Pas de mail récapitulatif global.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Robustesse &amp; 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Pensé pour tourner sans surveillance sur un partage réseau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Verrou applicatif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&lt;squad&gt;\suivi_exploitation.lock : pose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exclusive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(deux lancements simultanés, un seul l'acquiert), abandon si un traitement est en cours (verrou &lt; 120 min), verrou orphelin supprimé avec WARN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Attente du verrou Excel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~$ : jusqu'à 6 × 30 s si un utilisateur a le classeur ouvert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Écriture transactionnelle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calcul dans un .tmp → copie de l'état courant dans historique\ → promotion du .tmp ; aucune fenêtre où le classeur disparaît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Orchestrateur résilient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try/catch par squad — une squad en échec n'arrête pas les autres ; code de sortie ≠ 0 si anomalie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Journalisation triple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console, _logs\ (orchestrateur + journal daté par squad), feuille Log du classeur (1 000 lignes glissantes)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Rétention 28 jours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(constante unique) : copies datées, logs, journaux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-Action Test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validation complète par squad (config, clés, SMTP joignable, moteur, template, classeur, ≥ 1 actif par rôle)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Installation &amp; onboarding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De zéro à la première annonce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1 · Déployer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à la racine du partage : script, moteur, template HTML, gabarit de classeur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2 · Créer la squad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.\SuiviExploitation.ps1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-Action NouvelleSquad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— demande nom, rôles, SMTP, From, To, Cc, admins ; crée le dossier, copie le classeur (rôles pré-remplis) et écrit un conf-suivi-squad.json complet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3 · Compléter la feuille Membres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(Nom, Email, Rôle, Actif = Oui)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4 · Valider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.\SuiviExploitation.ps1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-Action Test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→ sortie verte, code 0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5 · Planifier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les 2 tâches (compte de service) :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Annonce vendredi 06:00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,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Rappel lundi 06:00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(-ExecutionPolicy Bypass, script non signé sur partage)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6 · Recette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annonce manuelle sur une squad pilote → vérifier mail, Historique, copie datée, journaux</a:t>
            </a:r>
          </a:p>
          <a:p>
            <a:pPr>
              <a:spcAft>
                <a:spcPts val="800"/>
              </a:spcAft>
              <a:buFont typeface="Arial"/>
              <a:buChar char="▪"/>
            </a:pP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Au quotidien (self-service squad) : congés et membres dans le classeur, tolérance congés en zone C/D, config mail dans le 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Revue de code —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Lecture complète du script (1 113 lignes) + vérification code ↔ documentation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5394960" cy="44805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3949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Points forts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0 anomalie critique ou majeure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Écriture transactionnelle correcte : mail échoué ⇒ rien n'est persisté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Idempotence désignation + compteur vérifiée sur les cas limites (relances, changement de désigné)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Verrou avec notion de propriété (pas de vol de verrou)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Sérialisation JSON maison justifiée (pièges PS 5.1)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Commentaires ciblés sur les invariants, README exhaustif et à jour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5394960" cy="44805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53949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Constats (3 moyens · 4 faibles · 6 infos) — TRAITÉS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M1 corrigé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— filtre -Squad : dossier ou « Nom » de la config, correspondance exacte (dispo aussi sur -Action Test)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M2 corrigé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— -Action Test contrôle désormais les 5 feuilles du classeur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M3 corrigé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— clés obligatoires validées présentes ET non vides (plus d'alerte perdue en silence)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Autres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: verrou posé de façon exclusive, WARN si ligne vide intercalée, nettoyage garanti des fichiers temporaires, placeholders échappés…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9 corrigés, 4 documentés — détail et validation de bout en bout : docs/Revue-de-code-Suivi-Exploitation.md §6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Limitations connues &amp; pistes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Assumées et documentées dans le README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Limitations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moteur mail requis (pas d'envoi de secours) ; SMTP anonyme uniquement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congés en journées entières — ni demi-journées, ni jours fériés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pas de garde anti-doublon d'envoi : relancer = renvoyer un mail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Windows + PowerShell 5.1 + Excel requis ; encodages à respecter (UTF-8 BOM)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pas de mail récapitulatif global (chaque squad alerte ses EmailsAdmin)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Pistes d'évolution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jours fériés dans l'exclusion congés (calendrier français)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extraction du cœur de désignation en fonctions testables (Pester) sans changer le déploiement mono-fichier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Documentation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page Confluence + README du dépôt (source de vérité) + exemple de config commenté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